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F9677-7D58-4AD9-931D-F2FA90B8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E3B8EC-2685-457A-BE68-F7AD056E9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8099F-4689-47BA-98CA-AE08BE61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E86A2C-C612-46F0-81E8-7C64DD7E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96BA0-AE6A-4D2D-BF94-76FAD546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24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3D1E4-C515-4CF7-B3B3-B1788E8E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BC1D8E-AAFF-476A-85B6-A56297182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579544-AB29-4948-BFC5-5953EF08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8FEB9-7680-45C9-8992-4C56AB0C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411EE9-44F3-4096-95EA-51BB98F0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87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DE2787-1033-4DEA-BD5D-19CE75EA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BF6ECF-ECD2-4AD7-B042-2B52C80EE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3379F-D21A-46F6-92C3-D4CB81A2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563BDB-FAA5-4695-A823-FFC778E5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C77934-FC1E-4F2C-8030-BD2C67150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391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37538C-3F61-4E98-A36A-30D54F80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CA5233-A99A-4F2A-BA26-518CB7013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818BDE-264F-472B-B406-7E0C9C3DF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339680-D185-4A7E-9ED5-5050B1AD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05FADF-5C50-4CF9-B365-A33ACF8A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00A085-593A-40EA-B245-91C1800C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67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ED14D-896A-4D6E-B9BA-828F832F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0E36D4-1686-4AEB-9076-14471CA50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4D0AE5-AC50-41EE-B938-B9D526BF3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12E671-98AA-4888-837D-EDF799798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366598-8124-4562-A68B-A75452CD0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B04EB38-139F-44F5-9048-9492BBC7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56E0EA-A642-4E57-8318-810544DE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C14C6E-0708-4173-8076-D113F896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06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2C99E-6A05-4F84-8606-0DE880DD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E876A8-B0B3-4B52-91EB-C8F2F9BD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C91707-3286-4226-B5E3-0B85C857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93975F-A8E6-4972-B912-DE9A5A0B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3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4C96BA-0537-4BD2-B85C-6AF08AF2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C298E0-290D-4044-946C-61390F58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D8D25-4F3E-490E-8BD7-CD0B2C29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36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FEBA9-ABBF-455C-869B-3F75B974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351C7E-D469-4ECF-B270-66160A9F7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40E17D-4E17-474A-B39C-3C485791C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4DE07D-8A44-4EE2-A371-D1FC146C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D72687-2B00-4AF0-A09D-CAB60B8E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98E664-4ADE-49FE-A728-F5D16AB9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68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465244-CFFA-487F-BAEB-0D488592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DB9F6EB-A431-4E9D-851D-BEEECAA3E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AA0602-7D00-490F-9686-51AA07C44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BAD8CF-6DA7-40FD-A2EB-CCF47AE3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6DE88B-78E0-4096-B18D-52AB2FD9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01FB01-771F-4ED8-8888-95205525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32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757EE-E2D6-41B8-9892-162866E0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904474-55D2-4177-9AAF-E63BCEF30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410C9D-19B5-4584-AB19-67A92CBE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7E6133-DB63-4E2C-9348-F4A2BF41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6D3813-FF63-4CDA-9D7A-B9D1ECC1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79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4C48D1-D2E6-4C80-89E3-C24A4FC73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300AFB-E322-4B27-8D37-4F56EDE0D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EC05A2-AABA-4CF0-9A97-B8C09149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6D302-3C77-4816-87CE-CDFFE220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61255-8090-488E-9C10-F20EDAC7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73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7C37BA-E8B4-46B3-8B45-CFA3A388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E203E9-A86C-4FC7-B5ED-BE62C44DD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7077B6-DF18-40A1-B9FA-B0A7366B7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347A0-BB19-4EE4-865D-8762100D6B24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D6F535-9190-4B43-819C-A4D85B6DC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E3C82F-2D9D-46FA-9581-5AC30A6CF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C1D9-743D-47B5-8779-668AA19D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45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FD6EC-5EBB-4BC3-9F97-54DE22FA1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2947A4-E092-4CE4-BC3C-5423C56FF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97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永野　歩</dc:creator>
  <cp:lastModifiedBy>永野　歩</cp:lastModifiedBy>
  <cp:revision>1</cp:revision>
  <dcterms:created xsi:type="dcterms:W3CDTF">2025-12-25T05:55:06Z</dcterms:created>
  <dcterms:modified xsi:type="dcterms:W3CDTF">2025-12-25T05:55:28Z</dcterms:modified>
</cp:coreProperties>
</file>